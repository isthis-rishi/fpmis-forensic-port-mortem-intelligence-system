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006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FPMIS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Post-Mortem Intelligence System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Forensic Investigations with Digital Intelligence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0" y="4206240"/>
            <a:ext cx="3657600" cy="4572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Care Crew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 in forensic investigations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486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813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527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7556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FPMIS platform overview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5486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482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093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3225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powerful modules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5486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151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8895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 Calculator &amp; Matching Algorithm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5486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82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227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4564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FPMIS in 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5486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49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Architecture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23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built 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5486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15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361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Future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5902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 difference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Forensic Challenges in India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Paper-Based Records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847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documentation leads to errors, delays, and lost information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286000"/>
            <a:ext cx="73152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Database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2670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scattered across departments with no unified view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108960"/>
            <a:ext cx="73152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Body Identification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3493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persons matching takes weeks or months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931920"/>
            <a:ext cx="73152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Blindness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77240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crimes go undetected due to lack of cross-case analysis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0" y="4572000"/>
            <a:ext cx="3657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50,000+ unidentified bodies annually in India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Reality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201168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50K+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Unidentified Bodies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 in India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2011680" cy="201168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72hrs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Window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identification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2011680" cy="201168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Identified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unknown forever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280160"/>
            <a:ext cx="2011680" cy="201168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463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Average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close a case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wait. Justice delays. Criminals escape.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FPMIS to change this.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FPMIS - A Unified Digital Platform for Forensic Intelligence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Database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cases in one secure platform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137160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5544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Matching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74320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Algorithm-powered body identification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46320" y="137160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5544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377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93776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alert for serial cases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040880" y="137160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155448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132320" y="2743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evidence tracking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Complete Forensic Workflow. Faster Justice.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Powerful Modules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Management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case lifecycle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606040" y="914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143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Autopsy Reports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00400" y="13716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documentation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54880" y="914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 Calculator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349240" y="13716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death estimation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903720" y="914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11430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0" y="1051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498080" y="13716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7-stage tracking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7200" y="19659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1945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1051560" y="2423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2606040" y="19659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219456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20040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Persons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3200400" y="2423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matching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754880" y="19659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194560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4924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Alerts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349240" y="2423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case detection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903720" y="19659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0" y="2194560"/>
            <a:ext cx="411480" cy="4114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49808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Search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7498080" y="2423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Cross-case queries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457200" y="3108960"/>
            <a:ext cx="8229600" cy="73152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37" name="Text 2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modules work together seamlessly to create a complete forensic workflow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Management &amp; Autopsy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Management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case numbering (FPMIS/YYYY/XXXXX)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case types supported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levels (High/Medium/Low)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station &amp; FIR linking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 workflow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Multi-institution support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Autopsy Reports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37760" y="14173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Deceased information capture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examination notes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examination findings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of death determination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Manner of death classification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logging with body mapping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signature support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of Death Calculator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Estimation Using Multiple Parameters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Parameters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Temperature (°C)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Temperature (°C)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Weight (kg)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 Mortis (4-region scale)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Livor Mortis Fixation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Corneal Opacity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Potassium Levels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Results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17373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TOD Range (hours)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 Factors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Reasoning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Parameter Analysis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Henssge Nomogram &amp; Multi-factor Analysis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Decomposition Tracking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7-Stage Scientific Decomposition Logging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0-24 hrs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45920"/>
            <a:ext cx="73152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Decomposition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days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48840"/>
            <a:ext cx="73152" cy="45720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3-7 days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73152" cy="4572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Decay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weeks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54680"/>
            <a:ext cx="73152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Decay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weeks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5760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Remains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1-6 months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50292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160520"/>
            <a:ext cx="7315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 months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1143000"/>
            <a:ext cx="2926080" cy="3291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Factors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16459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&amp; Humidity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Conditions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Indoor/Outdoor Location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Exposure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Insect Activity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Maggot Stage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Bloating Level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Changes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 &amp; Chain of Custody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Types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Samples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Devices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Toxicology Samples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 Samples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Belongings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transfer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for every 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identification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tracking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notes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Court-ready reports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31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657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evidence item tracked from collection to courtroom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Missing Persons Matching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Algorithm-Powered Body Identification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Criteria (100 pts)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Gender Match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8A"/>
                </a:solidFill>
              </a:rPr>
              <a:t>20 pts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Age Range (±5 years)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847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8A"/>
                </a:solidFill>
              </a:rPr>
              <a:t>15 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396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Height (±5 cm)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8A"/>
                </a:solidFill>
              </a:rPr>
              <a:t>15 pts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Build Type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8A"/>
                </a:solidFill>
              </a:rPr>
              <a:t>10 pts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Hair Color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724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8A"/>
                </a:solidFill>
              </a:rPr>
              <a:t>10 pts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Identification Marks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8A"/>
                </a:solidFill>
              </a:rPr>
              <a:t>20 pts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310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Other 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7D8A"/>
                </a:solidFill>
              </a:rPr>
              <a:t>10 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1600200"/>
            <a:ext cx="35661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645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HIGH: 80-100%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2194560"/>
            <a:ext cx="35661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240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MEDIUM: 60-79%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788920"/>
            <a:ext cx="356616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834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LOW: 30-59%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reunited faster. Justice delivered sooner.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Detection &amp; Alerts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Detection of Suspicious Case Clusters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44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Clusters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cases in same area within short timeframe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212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Cause of Death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patterns suggesting serial activity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081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Patterns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Victims with similar age, gender, or profile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Patterns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occurring at similar times or intervals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detection of serial crimes can save lives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FPMIS in Action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743200" y="3657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a new case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autopsy report &amp; injuries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Calculate time of death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Log evidence with chain of custody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Run missing persons matching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View pattern alerts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Next.js 14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React 18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TypeScript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Tailwind CSS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Axios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51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FastAPI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Python 3.11+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SQLAlchemy 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Pydantic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JWT Auth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14400"/>
            <a:ext cx="265176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PostgreSQL 16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UUID Primary Keys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JSONB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Full Audit Logs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Relational Schema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548640" cy="548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4592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First Design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45920" y="3931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 | Role-Based Access Control | Encrypted Data | Secure API Endpoints | Complete Audit Trails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Layer: Next.js + React + TypeScript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↓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Layer: FastAPI + JWT Authentication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↓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Logic: SQLAlchemy ORM + Matching Algorithms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1480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↓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14400" y="4297680"/>
            <a:ext cx="731520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297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Layer: PostgreSQL + UUID + JSONB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Processing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9144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Identifications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9144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8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80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29260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investigation time from weeks to days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55848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33101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accuracy in body identification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3989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960" y="36941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evidence management with complete chain of custody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2394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40782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detection of serial crime patterns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0799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" y="44622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for forensic departments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73152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143000"/>
            <a:ext cx="10972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143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Release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2880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8 modules, Web platform, PostgreSQL backend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965960"/>
            <a:ext cx="73152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03120"/>
            <a:ext cx="109728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828800" y="2075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828800" y="2423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app, Offline mode, Biometric integration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926080"/>
            <a:ext cx="73152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6"/>
          <p:cNvSpPr/>
          <p:nvPr/>
        </p:nvSpPr>
        <p:spPr>
          <a:xfrm>
            <a:off x="640080" y="3063240"/>
            <a:ext cx="109728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82880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82880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facial matching, Advanced analytics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88620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2"/>
          <p:cNvSpPr/>
          <p:nvPr/>
        </p:nvSpPr>
        <p:spPr>
          <a:xfrm>
            <a:off x="640080" y="4023360"/>
            <a:ext cx="10972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023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828800" y="3995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82880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database integration, Multi-language support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Care Crew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645920" cy="2194560"/>
          </a:xfrm>
          <a:prstGeom prst="rect">
            <a:avLst/>
          </a:prstGeom>
          <a:solidFill>
            <a:srgbClr val="2A4A6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Gurinder Singh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(25MCA10097)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280160"/>
            <a:ext cx="1645920" cy="2194560"/>
          </a:xfrm>
          <a:prstGeom prst="rect">
            <a:avLst/>
          </a:prstGeom>
          <a:solidFill>
            <a:srgbClr val="2A4A6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2514600" y="1463040"/>
            <a:ext cx="731520" cy="73152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5740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Santanu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en-US" sz="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25MCA10083)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5740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Developer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280160"/>
            <a:ext cx="1645920" cy="2194560"/>
          </a:xfrm>
          <a:prstGeom prst="rect">
            <a:avLst/>
          </a:prstGeom>
          <a:solidFill>
            <a:srgbClr val="2A4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463040"/>
            <a:ext cx="731520" cy="73152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4048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Jatin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gulleria</a:t>
            </a:r>
            <a:endParaRPr lang="en-US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(25MCA10080)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3560" y="1280160"/>
            <a:ext cx="1645920" cy="2194560"/>
          </a:xfrm>
          <a:prstGeom prst="rect">
            <a:avLst/>
          </a:prstGeom>
          <a:solidFill>
            <a:srgbClr val="2A4A6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6080760" y="1463040"/>
            <a:ext cx="731520" cy="73152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2356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Rishi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kumar</a:t>
            </a:r>
            <a:endParaRPr lang="en-US" sz="12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(25MCA10100)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235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1280160"/>
            <a:ext cx="1645920" cy="2194560"/>
          </a:xfrm>
          <a:prstGeom prst="rect">
            <a:avLst/>
          </a:prstGeom>
          <a:solidFill>
            <a:srgbClr val="2A4A6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7863840" y="1463040"/>
            <a:ext cx="731520" cy="731520"/>
          </a:xfrm>
          <a:prstGeom prst="ellipse">
            <a:avLst/>
          </a:prstGeom>
          <a:solidFill>
            <a:srgbClr val="2E7D8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40664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Vishal mishra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(25MCA10102)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0664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114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by a Mission: Technology for Justice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7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FPMIS - Forensic Post-Mortem Intelligence System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3657600"/>
            <a:ext cx="274320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Care Crew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952</Words>
  <Application>Microsoft Office PowerPoint</Application>
  <PresentationFormat>On-screen Show (16:9)</PresentationFormat>
  <Paragraphs>304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FPMIS - Forensic Post-Mortem Intelligence System</dc:title>
  <dc:subject>PptxGenJS Presentation</dc:subject>
  <dc:creator>Digital Care Crew</dc:creator>
  <cp:lastModifiedBy>vishal mishra</cp:lastModifiedBy>
  <cp:revision>3</cp:revision>
  <dcterms:created xsi:type="dcterms:W3CDTF">2026-02-10T13:41:52Z</dcterms:created>
  <dcterms:modified xsi:type="dcterms:W3CDTF">2026-02-10T17:23:16Z</dcterms:modified>
</cp:coreProperties>
</file>